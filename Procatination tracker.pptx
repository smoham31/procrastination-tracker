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38BDF8"/>
                </a:solidFill>
              </a:rPr>
              <a:t>ProcrastiTrack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2E8F0"/>
                </a:solidFill>
              </a:rPr>
              <a:t>Turn wasted time into productive habits.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</a:rPr>
              <a:t>Team Members:
Sudof Mohammed
</a:t>
            </a:r>
          </a:p>
          <a:p>
            <a:r>
              <a:t>A smart tool that tracks procrastination, monitors productivity, and builds better habits.</a:t>
            </a:r>
          </a:p>
          <a:p>
            <a:br/>
            <a:r>
              <a:t>Key Features:</a:t>
            </a:r>
          </a:p>
          <a:p>
            <a:pPr lvl="1"/>
            <a:r>
              <a:t>• Tracks time vs distractions</a:t>
            </a:r>
          </a:p>
          <a:p>
            <a:pPr lvl="1"/>
            <a:r>
              <a:t>• Shows productivity trends</a:t>
            </a:r>
          </a:p>
          <a:p>
            <a:pPr lvl="1"/>
            <a:r>
              <a:t>• Smart reminders</a:t>
            </a:r>
          </a:p>
          <a:p>
            <a:pPr lvl="1"/>
            <a:r>
              <a:t>• Habit building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Built for students who struggle with time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</Words>
  <Application>Microsoft Macintosh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Sudof Mohammed</cp:lastModifiedBy>
  <cp:revision>2</cp:revision>
  <dcterms:created xsi:type="dcterms:W3CDTF">2013-01-27T09:14:16Z</dcterms:created>
  <dcterms:modified xsi:type="dcterms:W3CDTF">2026-05-02T00:06:11Z</dcterms:modified>
  <cp:category/>
</cp:coreProperties>
</file>